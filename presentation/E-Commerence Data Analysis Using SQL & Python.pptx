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3" r:id="rId9"/>
    <p:sldId id="269" r:id="rId10"/>
    <p:sldId id="270" r:id="rId11"/>
    <p:sldId id="271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enaat Hussain" userId="e3d17d7bfaf8fa6b" providerId="LiveId" clId="{8CB94B20-77EF-43F3-A253-9ED25B364F35}"/>
    <pc:docChg chg="custSel addSld delSld modSld">
      <pc:chgData name="Zeenaat Hussain" userId="e3d17d7bfaf8fa6b" providerId="LiveId" clId="{8CB94B20-77EF-43F3-A253-9ED25B364F35}" dt="2026-02-21T19:41:23.843" v="3842"/>
      <pc:docMkLst>
        <pc:docMk/>
      </pc:docMkLst>
      <pc:sldChg chg="modSp mod">
        <pc:chgData name="Zeenaat Hussain" userId="e3d17d7bfaf8fa6b" providerId="LiveId" clId="{8CB94B20-77EF-43F3-A253-9ED25B364F35}" dt="2026-02-21T19:41:23.843" v="3842"/>
        <pc:sldMkLst>
          <pc:docMk/>
          <pc:sldMk cId="73439701" sldId="256"/>
        </pc:sldMkLst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73439701" sldId="256"/>
            <ac:spMk id="2" creationId="{C72558E7-4C99-FA6C-0A8E-CED9E2E342B2}"/>
          </ac:spMkLst>
        </pc:spChg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73439701" sldId="256"/>
            <ac:spMk id="3" creationId="{2CC4F937-9A29-1DB5-6A47-700C372B92F4}"/>
          </ac:spMkLst>
        </pc:spChg>
      </pc:sldChg>
      <pc:sldChg chg="modSp mod">
        <pc:chgData name="Zeenaat Hussain" userId="e3d17d7bfaf8fa6b" providerId="LiveId" clId="{8CB94B20-77EF-43F3-A253-9ED25B364F35}" dt="2026-02-21T19:41:23.843" v="3842"/>
        <pc:sldMkLst>
          <pc:docMk/>
          <pc:sldMk cId="3173936170" sldId="257"/>
        </pc:sldMkLst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3173936170" sldId="257"/>
            <ac:spMk id="2" creationId="{9B3B8E4B-47B0-C423-5498-0E73CCAD4D52}"/>
          </ac:spMkLst>
        </pc:spChg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3173936170" sldId="257"/>
            <ac:spMk id="3" creationId="{6B9ED5BB-DF87-DBAB-FFEE-D89529431504}"/>
          </ac:spMkLst>
        </pc:spChg>
      </pc:sldChg>
      <pc:sldChg chg="modSp mod">
        <pc:chgData name="Zeenaat Hussain" userId="e3d17d7bfaf8fa6b" providerId="LiveId" clId="{8CB94B20-77EF-43F3-A253-9ED25B364F35}" dt="2026-02-21T19:41:23.843" v="3842"/>
        <pc:sldMkLst>
          <pc:docMk/>
          <pc:sldMk cId="715611866" sldId="258"/>
        </pc:sldMkLst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715611866" sldId="258"/>
            <ac:spMk id="2" creationId="{D7F912C0-6CB0-847A-9F23-DBF7C6B16011}"/>
          </ac:spMkLst>
        </pc:spChg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715611866" sldId="258"/>
            <ac:spMk id="3" creationId="{DF7906DD-5D19-B785-D795-5E9368453CAD}"/>
          </ac:spMkLst>
        </pc:spChg>
      </pc:sldChg>
      <pc:sldChg chg="modSp mod">
        <pc:chgData name="Zeenaat Hussain" userId="e3d17d7bfaf8fa6b" providerId="LiveId" clId="{8CB94B20-77EF-43F3-A253-9ED25B364F35}" dt="2026-02-21T19:41:23.843" v="3842"/>
        <pc:sldMkLst>
          <pc:docMk/>
          <pc:sldMk cId="1721086726" sldId="259"/>
        </pc:sldMkLst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1721086726" sldId="259"/>
            <ac:spMk id="2" creationId="{75885B7B-CD5F-398D-58A0-E31C5E61836E}"/>
          </ac:spMkLst>
        </pc:spChg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1721086726" sldId="259"/>
            <ac:spMk id="3" creationId="{E26D3A98-316C-FEF5-479E-54331691911F}"/>
          </ac:spMkLst>
        </pc:spChg>
      </pc:sldChg>
      <pc:sldChg chg="addSp delSp modSp del mod">
        <pc:chgData name="Zeenaat Hussain" userId="e3d17d7bfaf8fa6b" providerId="LiveId" clId="{8CB94B20-77EF-43F3-A253-9ED25B364F35}" dt="2026-02-21T17:43:22.079" v="1062" actId="2696"/>
        <pc:sldMkLst>
          <pc:docMk/>
          <pc:sldMk cId="1790836676" sldId="260"/>
        </pc:sldMkLst>
        <pc:picChg chg="add del mod">
          <ac:chgData name="Zeenaat Hussain" userId="e3d17d7bfaf8fa6b" providerId="LiveId" clId="{8CB94B20-77EF-43F3-A253-9ED25B364F35}" dt="2026-02-21T16:42:20.911" v="1" actId="478"/>
          <ac:picMkLst>
            <pc:docMk/>
            <pc:sldMk cId="1790836676" sldId="260"/>
            <ac:picMk id="5" creationId="{E4C203B4-0B22-BC21-9134-2F9AEF9E5B61}"/>
          </ac:picMkLst>
        </pc:picChg>
      </pc:sldChg>
      <pc:sldChg chg="del">
        <pc:chgData name="Zeenaat Hussain" userId="e3d17d7bfaf8fa6b" providerId="LiveId" clId="{8CB94B20-77EF-43F3-A253-9ED25B364F35}" dt="2026-02-21T17:57:58.400" v="1367" actId="2696"/>
        <pc:sldMkLst>
          <pc:docMk/>
          <pc:sldMk cId="2251583929" sldId="261"/>
        </pc:sldMkLst>
      </pc:sldChg>
      <pc:sldChg chg="del">
        <pc:chgData name="Zeenaat Hussain" userId="e3d17d7bfaf8fa6b" providerId="LiveId" clId="{8CB94B20-77EF-43F3-A253-9ED25B364F35}" dt="2026-02-21T18:03:17.457" v="1660" actId="2696"/>
        <pc:sldMkLst>
          <pc:docMk/>
          <pc:sldMk cId="1897174183" sldId="262"/>
        </pc:sldMkLst>
      </pc:sldChg>
      <pc:sldChg chg="modSp mod">
        <pc:chgData name="Zeenaat Hussain" userId="e3d17d7bfaf8fa6b" providerId="LiveId" clId="{8CB94B20-77EF-43F3-A253-9ED25B364F35}" dt="2026-02-21T19:41:23.843" v="3842"/>
        <pc:sldMkLst>
          <pc:docMk/>
          <pc:sldMk cId="2023220706" sldId="263"/>
        </pc:sldMkLst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2023220706" sldId="263"/>
            <ac:spMk id="2" creationId="{57D83EDF-5EA8-FF66-091D-3F0987C9F576}"/>
          </ac:spMkLst>
        </pc:spChg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2023220706" sldId="263"/>
            <ac:spMk id="3" creationId="{C3A832CC-74C5-CBCA-1A60-3F1EC051AFE8}"/>
          </ac:spMkLst>
        </pc:spChg>
      </pc:sldChg>
      <pc:sldChg chg="del">
        <pc:chgData name="Zeenaat Hussain" userId="e3d17d7bfaf8fa6b" providerId="LiveId" clId="{8CB94B20-77EF-43F3-A253-9ED25B364F35}" dt="2026-02-21T18:26:39.795" v="2806" actId="2696"/>
        <pc:sldMkLst>
          <pc:docMk/>
          <pc:sldMk cId="1785835786" sldId="264"/>
        </pc:sldMkLst>
      </pc:sldChg>
      <pc:sldChg chg="modSp mod">
        <pc:chgData name="Zeenaat Hussain" userId="e3d17d7bfaf8fa6b" providerId="LiveId" clId="{8CB94B20-77EF-43F3-A253-9ED25B364F35}" dt="2026-02-21T19:41:23.843" v="3842"/>
        <pc:sldMkLst>
          <pc:docMk/>
          <pc:sldMk cId="1732913783" sldId="265"/>
        </pc:sldMkLst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1732913783" sldId="265"/>
            <ac:spMk id="2" creationId="{5576137A-150B-D3A1-5DC7-BC8C36DF6A53}"/>
          </ac:spMkLst>
        </pc:spChg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1732913783" sldId="265"/>
            <ac:spMk id="3" creationId="{659CC27E-7E6B-BD2F-8C0C-3A0C53DB10B1}"/>
          </ac:spMkLst>
        </pc:spChg>
      </pc:sldChg>
      <pc:sldChg chg="addSp delSp modSp new mod">
        <pc:chgData name="Zeenaat Hussain" userId="e3d17d7bfaf8fa6b" providerId="LiveId" clId="{8CB94B20-77EF-43F3-A253-9ED25B364F35}" dt="2026-02-21T19:41:23.843" v="3842"/>
        <pc:sldMkLst>
          <pc:docMk/>
          <pc:sldMk cId="3619095626" sldId="266"/>
        </pc:sldMkLst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3619095626" sldId="266"/>
            <ac:spMk id="2" creationId="{F6523082-B7F9-7DCF-A6B7-723B362506BB}"/>
          </ac:spMkLst>
        </pc:spChg>
        <pc:spChg chg="del">
          <ac:chgData name="Zeenaat Hussain" userId="e3d17d7bfaf8fa6b" providerId="LiveId" clId="{8CB94B20-77EF-43F3-A253-9ED25B364F35}" dt="2026-02-21T17:38:57.224" v="775"/>
          <ac:spMkLst>
            <pc:docMk/>
            <pc:sldMk cId="3619095626" sldId="266"/>
            <ac:spMk id="3" creationId="{BBA9ACC8-171F-0CA2-1A2F-CE89E908F8E3}"/>
          </ac:spMkLst>
        </pc:spChg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3619095626" sldId="266"/>
            <ac:spMk id="4" creationId="{4DA0CBF9-4053-D3A8-73CD-43B183A5D3AD}"/>
          </ac:spMkLst>
        </pc:spChg>
        <pc:picChg chg="add mod">
          <ac:chgData name="Zeenaat Hussain" userId="e3d17d7bfaf8fa6b" providerId="LiveId" clId="{8CB94B20-77EF-43F3-A253-9ED25B364F35}" dt="2026-02-21T19:41:23.843" v="3842"/>
          <ac:picMkLst>
            <pc:docMk/>
            <pc:sldMk cId="3619095626" sldId="266"/>
            <ac:picMk id="6" creationId="{86692830-E7EA-80B0-1DAE-B3495AC7A193}"/>
          </ac:picMkLst>
        </pc:picChg>
      </pc:sldChg>
      <pc:sldChg chg="addSp delSp modSp new mod">
        <pc:chgData name="Zeenaat Hussain" userId="e3d17d7bfaf8fa6b" providerId="LiveId" clId="{8CB94B20-77EF-43F3-A253-9ED25B364F35}" dt="2026-02-21T19:41:23.843" v="3842"/>
        <pc:sldMkLst>
          <pc:docMk/>
          <pc:sldMk cId="3735392709" sldId="267"/>
        </pc:sldMkLst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3735392709" sldId="267"/>
            <ac:spMk id="2" creationId="{400982F3-901B-ABDC-02A9-34F4629D9E19}"/>
          </ac:spMkLst>
        </pc:spChg>
        <pc:spChg chg="del">
          <ac:chgData name="Zeenaat Hussain" userId="e3d17d7bfaf8fa6b" providerId="LiveId" clId="{8CB94B20-77EF-43F3-A253-9ED25B364F35}" dt="2026-02-21T17:53:37.898" v="1064"/>
          <ac:spMkLst>
            <pc:docMk/>
            <pc:sldMk cId="3735392709" sldId="267"/>
            <ac:spMk id="3" creationId="{19A8F0D8-FD0C-0DCE-03B1-1A4380A42A45}"/>
          </ac:spMkLst>
        </pc:spChg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3735392709" sldId="267"/>
            <ac:spMk id="4" creationId="{0C3F720F-5C7E-C0E0-FBB8-ADF9A68265D8}"/>
          </ac:spMkLst>
        </pc:spChg>
        <pc:picChg chg="add mod">
          <ac:chgData name="Zeenaat Hussain" userId="e3d17d7bfaf8fa6b" providerId="LiveId" clId="{8CB94B20-77EF-43F3-A253-9ED25B364F35}" dt="2026-02-21T19:41:23.843" v="3842"/>
          <ac:picMkLst>
            <pc:docMk/>
            <pc:sldMk cId="3735392709" sldId="267"/>
            <ac:picMk id="6" creationId="{18C543B2-8817-17F8-C38E-0A7A20BE5B31}"/>
          </ac:picMkLst>
        </pc:picChg>
      </pc:sldChg>
      <pc:sldChg chg="addSp delSp modSp new mod">
        <pc:chgData name="Zeenaat Hussain" userId="e3d17d7bfaf8fa6b" providerId="LiveId" clId="{8CB94B20-77EF-43F3-A253-9ED25B364F35}" dt="2026-02-21T19:41:23.843" v="3842"/>
        <pc:sldMkLst>
          <pc:docMk/>
          <pc:sldMk cId="2338366298" sldId="268"/>
        </pc:sldMkLst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2338366298" sldId="268"/>
            <ac:spMk id="2" creationId="{AA021D4B-0770-1326-D618-B80C5BF90F7D}"/>
          </ac:spMkLst>
        </pc:spChg>
        <pc:spChg chg="del">
          <ac:chgData name="Zeenaat Hussain" userId="e3d17d7bfaf8fa6b" providerId="LiveId" clId="{8CB94B20-77EF-43F3-A253-9ED25B364F35}" dt="2026-02-21T17:59:11.660" v="1369"/>
          <ac:spMkLst>
            <pc:docMk/>
            <pc:sldMk cId="2338366298" sldId="268"/>
            <ac:spMk id="3" creationId="{1DEFCF33-77C4-98B3-0FFC-DD4B0CA3B327}"/>
          </ac:spMkLst>
        </pc:spChg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2338366298" sldId="268"/>
            <ac:spMk id="4" creationId="{2D7C8AA5-14F6-45F9-5D0B-DDB5FCDAB183}"/>
          </ac:spMkLst>
        </pc:spChg>
        <pc:picChg chg="add mod">
          <ac:chgData name="Zeenaat Hussain" userId="e3d17d7bfaf8fa6b" providerId="LiveId" clId="{8CB94B20-77EF-43F3-A253-9ED25B364F35}" dt="2026-02-21T19:41:23.843" v="3842"/>
          <ac:picMkLst>
            <pc:docMk/>
            <pc:sldMk cId="2338366298" sldId="268"/>
            <ac:picMk id="6" creationId="{6C0A95BF-E939-0B51-E784-2B602D538538}"/>
          </ac:picMkLst>
        </pc:picChg>
      </pc:sldChg>
      <pc:sldChg chg="addSp delSp modSp new mod">
        <pc:chgData name="Zeenaat Hussain" userId="e3d17d7bfaf8fa6b" providerId="LiveId" clId="{8CB94B20-77EF-43F3-A253-9ED25B364F35}" dt="2026-02-21T19:41:23.843" v="3842"/>
        <pc:sldMkLst>
          <pc:docMk/>
          <pc:sldMk cId="2788379350" sldId="269"/>
        </pc:sldMkLst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2788379350" sldId="269"/>
            <ac:spMk id="2" creationId="{25E8244D-69AC-8341-6DB6-5987FE70C04E}"/>
          </ac:spMkLst>
        </pc:spChg>
        <pc:spChg chg="del">
          <ac:chgData name="Zeenaat Hussain" userId="e3d17d7bfaf8fa6b" providerId="LiveId" clId="{8CB94B20-77EF-43F3-A253-9ED25B364F35}" dt="2026-02-21T18:14:55.358" v="2123"/>
          <ac:spMkLst>
            <pc:docMk/>
            <pc:sldMk cId="2788379350" sldId="269"/>
            <ac:spMk id="3" creationId="{5CECE012-9B1B-AB2C-F462-D9382688C5C4}"/>
          </ac:spMkLst>
        </pc:spChg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2788379350" sldId="269"/>
            <ac:spMk id="4" creationId="{6D4CBDB5-D9F9-A2BA-0AE0-1441A7CE7DB0}"/>
          </ac:spMkLst>
        </pc:spChg>
        <pc:picChg chg="add mod">
          <ac:chgData name="Zeenaat Hussain" userId="e3d17d7bfaf8fa6b" providerId="LiveId" clId="{8CB94B20-77EF-43F3-A253-9ED25B364F35}" dt="2026-02-21T19:41:23.843" v="3842"/>
          <ac:picMkLst>
            <pc:docMk/>
            <pc:sldMk cId="2788379350" sldId="269"/>
            <ac:picMk id="6" creationId="{763DE327-CDA2-DB00-AA88-BACCB581E4DC}"/>
          </ac:picMkLst>
        </pc:picChg>
      </pc:sldChg>
      <pc:sldChg chg="addSp delSp modSp new mod">
        <pc:chgData name="Zeenaat Hussain" userId="e3d17d7bfaf8fa6b" providerId="LiveId" clId="{8CB94B20-77EF-43F3-A253-9ED25B364F35}" dt="2026-02-21T19:41:23.843" v="3842"/>
        <pc:sldMkLst>
          <pc:docMk/>
          <pc:sldMk cId="109662444" sldId="270"/>
        </pc:sldMkLst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109662444" sldId="270"/>
            <ac:spMk id="2" creationId="{7FB4563F-15CD-BDFD-FDE0-CD2B14F4B212}"/>
          </ac:spMkLst>
        </pc:spChg>
        <pc:spChg chg="del">
          <ac:chgData name="Zeenaat Hussain" userId="e3d17d7bfaf8fa6b" providerId="LiveId" clId="{8CB94B20-77EF-43F3-A253-9ED25B364F35}" dt="2026-02-21T18:21:46.796" v="2549"/>
          <ac:spMkLst>
            <pc:docMk/>
            <pc:sldMk cId="109662444" sldId="270"/>
            <ac:spMk id="3" creationId="{646F5415-D159-5D2D-4ACD-DA730FC39F57}"/>
          </ac:spMkLst>
        </pc:spChg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109662444" sldId="270"/>
            <ac:spMk id="4" creationId="{11299522-C000-D011-65EA-C9356F2781DB}"/>
          </ac:spMkLst>
        </pc:spChg>
        <pc:picChg chg="add mod">
          <ac:chgData name="Zeenaat Hussain" userId="e3d17d7bfaf8fa6b" providerId="LiveId" clId="{8CB94B20-77EF-43F3-A253-9ED25B364F35}" dt="2026-02-21T19:41:23.843" v="3842"/>
          <ac:picMkLst>
            <pc:docMk/>
            <pc:sldMk cId="109662444" sldId="270"/>
            <ac:picMk id="6" creationId="{639CCB1B-12B8-0CED-C10D-28CF6CEC6B3E}"/>
          </ac:picMkLst>
        </pc:picChg>
      </pc:sldChg>
      <pc:sldChg chg="modSp new mod">
        <pc:chgData name="Zeenaat Hussain" userId="e3d17d7bfaf8fa6b" providerId="LiveId" clId="{8CB94B20-77EF-43F3-A253-9ED25B364F35}" dt="2026-02-21T19:41:23.843" v="3842"/>
        <pc:sldMkLst>
          <pc:docMk/>
          <pc:sldMk cId="297217724" sldId="271"/>
        </pc:sldMkLst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297217724" sldId="271"/>
            <ac:spMk id="2" creationId="{CE3E6DC1-504C-A2AC-8B90-64BD64A675BF}"/>
          </ac:spMkLst>
        </pc:spChg>
        <pc:spChg chg="mod">
          <ac:chgData name="Zeenaat Hussain" userId="e3d17d7bfaf8fa6b" providerId="LiveId" clId="{8CB94B20-77EF-43F3-A253-9ED25B364F35}" dt="2026-02-21T19:41:23.843" v="3842"/>
          <ac:spMkLst>
            <pc:docMk/>
            <pc:sldMk cId="297217724" sldId="271"/>
            <ac:spMk id="3" creationId="{590C2106-3F89-8F68-7209-B05CAFF99AD7}"/>
          </ac:spMkLst>
        </pc:spChg>
      </pc:sldChg>
      <pc:sldChg chg="add del">
        <pc:chgData name="Zeenaat Hussain" userId="e3d17d7bfaf8fa6b" providerId="LiveId" clId="{8CB94B20-77EF-43F3-A253-9ED25B364F35}" dt="2026-02-21T18:26:30.486" v="2805" actId="2696"/>
        <pc:sldMkLst>
          <pc:docMk/>
          <pc:sldMk cId="983490769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F01D-C779-4458-A206-44CADB7DEDC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236765CF-74AD-4BC3-9899-FF12518EE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1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F01D-C779-4458-A206-44CADB7DEDC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65CF-74AD-4BC3-9899-FF12518EE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918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C49F01D-C779-4458-A206-44CADB7DEDC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36765CF-74AD-4BC3-9899-FF12518EE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58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F01D-C779-4458-A206-44CADB7DEDC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65CF-74AD-4BC3-9899-FF12518EE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65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F01D-C779-4458-A206-44CADB7DEDC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65CF-74AD-4BC3-9899-FF12518EE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41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F01D-C779-4458-A206-44CADB7DEDC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65CF-74AD-4BC3-9899-FF12518EE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657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F01D-C779-4458-A206-44CADB7DEDC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65CF-74AD-4BC3-9899-FF12518EE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849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F01D-C779-4458-A206-44CADB7DEDC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65CF-74AD-4BC3-9899-FF12518EE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431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F01D-C779-4458-A206-44CADB7DEDC0}" type="datetimeFigureOut">
              <a:rPr lang="en-IN" smtClean="0"/>
              <a:t>19-02-2026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65CF-74AD-4BC3-9899-FF12518EE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68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F01D-C779-4458-A206-44CADB7DEDC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65CF-74AD-4BC3-9899-FF12518EE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16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F01D-C779-4458-A206-44CADB7DEDC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765CF-74AD-4BC3-9899-FF12518EE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75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C49F01D-C779-4458-A206-44CADB7DEDC0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236765CF-74AD-4BC3-9899-FF12518EE7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83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558E7-4C99-FA6C-0A8E-CED9E2E342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E-</a:t>
            </a:r>
            <a:r>
              <a:rPr lang="en-IN" dirty="0" err="1"/>
              <a:t>Commerence</a:t>
            </a:r>
            <a:r>
              <a:rPr lang="en-IN" dirty="0"/>
              <a:t> Data Analysis Using SQL &amp;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4F937-9A29-1DB5-6A47-700C372B92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Business Insights &amp; Growth Metrics from Online Shopping Dataset</a:t>
            </a:r>
          </a:p>
          <a:p>
            <a:endParaRPr lang="en-IN" dirty="0"/>
          </a:p>
          <a:p>
            <a:r>
              <a:rPr lang="en-IN" dirty="0"/>
              <a:t>Prepared </a:t>
            </a:r>
            <a:r>
              <a:rPr lang="en-IN" dirty="0" err="1"/>
              <a:t>by:Zeenaat</a:t>
            </a:r>
            <a:r>
              <a:rPr lang="en-IN" dirty="0"/>
              <a:t> Hussain</a:t>
            </a:r>
          </a:p>
          <a:p>
            <a:r>
              <a:rPr lang="en-IN" dirty="0" err="1"/>
              <a:t>Tools:MySQL</a:t>
            </a:r>
            <a:r>
              <a:rPr lang="en-IN" dirty="0"/>
              <a:t> Workbench, Python(</a:t>
            </a:r>
            <a:r>
              <a:rPr lang="en-IN" dirty="0" err="1"/>
              <a:t>Pandas,Matplotlib</a:t>
            </a:r>
            <a:r>
              <a:rPr lang="en-IN" dirty="0"/>
              <a:t>),Google </a:t>
            </a:r>
            <a:r>
              <a:rPr lang="en-IN" dirty="0" err="1"/>
              <a:t>Colab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39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8E4B-47B0-C423-5498-0E73CCAD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ED5BB-DF87-DBAB-FFEE-D89529431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Analyze</a:t>
            </a:r>
            <a:r>
              <a:rPr lang="en-IN" dirty="0"/>
              <a:t> e-commerce dataset using SQL &amp; Python</a:t>
            </a:r>
          </a:p>
          <a:p>
            <a:r>
              <a:rPr lang="en-IN" dirty="0"/>
              <a:t>Extract key business KPIs</a:t>
            </a:r>
          </a:p>
          <a:p>
            <a:r>
              <a:rPr lang="en-IN" dirty="0"/>
              <a:t>Understand customer purchasing </a:t>
            </a:r>
            <a:r>
              <a:rPr lang="en-IN" dirty="0" err="1"/>
              <a:t>behavior</a:t>
            </a:r>
            <a:endParaRPr lang="en-IN" dirty="0"/>
          </a:p>
          <a:p>
            <a:r>
              <a:rPr lang="en-IN" dirty="0"/>
              <a:t>Identify revenue trends and growth opportunities</a:t>
            </a:r>
          </a:p>
          <a:p>
            <a:r>
              <a:rPr lang="en-IN" dirty="0"/>
              <a:t>Generate actionable business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936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912C0-6CB0-847A-9F23-DBF7C6B16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906DD-5D19-B785-D795-5E9368453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Tables Used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Customers- demographic details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Orders- purchase timeline &amp; status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err="1"/>
              <a:t>Order_Items</a:t>
            </a:r>
            <a:r>
              <a:rPr lang="en-IN" dirty="0"/>
              <a:t>- product-level sales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Products- category &amp; product attributes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Payments- payment method &amp; </a:t>
            </a:r>
            <a:r>
              <a:rPr lang="en-IN" dirty="0" err="1"/>
              <a:t>installments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Sellers- seller information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Geolocation- customer location mapping</a:t>
            </a:r>
          </a:p>
          <a:p>
            <a:pPr marL="0" indent="0">
              <a:buNone/>
            </a:pPr>
            <a:r>
              <a:rPr lang="en-IN" dirty="0"/>
              <a:t>Total:7 interconnected tables</a:t>
            </a:r>
          </a:p>
        </p:txBody>
      </p:sp>
    </p:spTree>
    <p:extLst>
      <p:ext uri="{BB962C8B-B14F-4D97-AF65-F5344CB8AC3E}">
        <p14:creationId xmlns:p14="http://schemas.microsoft.com/office/powerpoint/2010/main" val="71561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5B7B-CD5F-398D-58A0-E31C5E618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D3A98-316C-FEF5-479E-543316919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Total unique customer cities: 4119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Orders placed in 2017: 45,101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Top product category by sales: Health &amp; Beauty</a:t>
            </a:r>
          </a:p>
          <a:p>
            <a:pPr marL="0" indent="0">
              <a:buNone/>
            </a:pPr>
            <a:r>
              <a:rPr lang="en-IN" sz="1800" i="1" dirty="0"/>
              <a:t>(Total Sales: 12,58,681.34)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% of instalment payments: 49.42%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State with the highest customers: SP (São Paulo)</a:t>
            </a:r>
          </a:p>
          <a:p>
            <a:pPr marL="0" indent="0">
              <a:buNone/>
            </a:pPr>
            <a:r>
              <a:rPr lang="en-IN" sz="1800" i="1" dirty="0"/>
              <a:t>(41,746 customers)</a:t>
            </a:r>
          </a:p>
        </p:txBody>
      </p:sp>
    </p:spTree>
    <p:extLst>
      <p:ext uri="{BB962C8B-B14F-4D97-AF65-F5344CB8AC3E}">
        <p14:creationId xmlns:p14="http://schemas.microsoft.com/office/powerpoint/2010/main" val="1721086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23082-B7F9-7DCF-A6B7-723B36250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Monthly Orders Trend(2018)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692830-E7EA-80B0-1DAE-B3495AC7A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409" y="1115373"/>
            <a:ext cx="5303531" cy="416052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0CBF9-4053-D3A8-73CD-43B183A5D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Highest sales month: January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Secondary peak: March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Lowest active month: June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Overall Trend: Gradual decline from Q1 to mid-year, slight recovery in August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Sharp drop after August: Due to incomplete data for later months (not actual business fall)</a:t>
            </a:r>
          </a:p>
        </p:txBody>
      </p:sp>
    </p:spTree>
    <p:extLst>
      <p:ext uri="{BB962C8B-B14F-4D97-AF65-F5344CB8AC3E}">
        <p14:creationId xmlns:p14="http://schemas.microsoft.com/office/powerpoint/2010/main" val="3619095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82F3-901B-ABDC-02A9-34F4629D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Revenue Contribution by Category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C543B2-8817-17F8-C38E-0A7A20BE5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222" y="685800"/>
            <a:ext cx="4791906" cy="501967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F720F-5C7E-C0E0-FBB8-ADF9A6826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Health &amp; Beauty </a:t>
            </a:r>
            <a:r>
              <a:rPr lang="en-IN" dirty="0"/>
              <a:t>is the highest revenue- generating category.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Followed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Watches &amp;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Bed Table Bath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Sports &amp; Leisure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Top 5 categories contribute a major portion of total revenue.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Revenue is concentrated in limited categories (high category skew)</a:t>
            </a:r>
          </a:p>
        </p:txBody>
      </p:sp>
    </p:spTree>
    <p:extLst>
      <p:ext uri="{BB962C8B-B14F-4D97-AF65-F5344CB8AC3E}">
        <p14:creationId xmlns:p14="http://schemas.microsoft.com/office/powerpoint/2010/main" val="3735392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1D4B-0770-1326-D618-B80C5BF90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Seller Performance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0A95BF-E939-0B51-E784-2B602D5385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828" y="685800"/>
            <a:ext cx="4156693" cy="501967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C8AA5-14F6-45F9-5D0B-DDB5FCDAB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Top seller generates approximately </a:t>
            </a:r>
            <a:r>
              <a:rPr lang="en-IN" b="1" dirty="0"/>
              <a:t>Rs200K+ revenue</a:t>
            </a:r>
            <a:r>
              <a:rPr lang="en-IN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Significant revenue gap between top sellers and remaining sellers.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Revenue distribution is highly skewed toward a small group of sellers.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Seller ranking calculated using SQL window functions.</a:t>
            </a:r>
          </a:p>
        </p:txBody>
      </p:sp>
    </p:spTree>
    <p:extLst>
      <p:ext uri="{BB962C8B-B14F-4D97-AF65-F5344CB8AC3E}">
        <p14:creationId xmlns:p14="http://schemas.microsoft.com/office/powerpoint/2010/main" val="2338366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3EDF-5EA8-FF66-091D-3F0987C9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Growth Metrics ( Advanced Analytics)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832CC-74C5-CBCA-1A60-3F1EC051A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Year-over-year sales show a consistent growth trend.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Cumulative monthly sales increase steadily each year, indicating expanding business volume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Customer retention within 6 months confirms repeat purchasing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Top 3 customers identified annually, highlighting the presence of high-value customers.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Moving average of order value shows a stable customer spending pattern.</a:t>
            </a:r>
          </a:p>
        </p:txBody>
      </p:sp>
    </p:spTree>
    <p:extLst>
      <p:ext uri="{BB962C8B-B14F-4D97-AF65-F5344CB8AC3E}">
        <p14:creationId xmlns:p14="http://schemas.microsoft.com/office/powerpoint/2010/main" val="2023220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244D-69AC-8341-6DB6-5987FE70C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Price VS Demand (Correlation)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3DE327-CDA2-DB00-AA88-BACCB581E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558" y="1115373"/>
            <a:ext cx="5221234" cy="416052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CBDB5-D9F9-A2BA-0AE0-1441A7CE7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sz="1800" b="1" dirty="0"/>
              <a:t>Price vs Purchase Correlation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Scatter plot created using Python to </a:t>
            </a:r>
            <a:r>
              <a:rPr lang="en-IN" dirty="0" err="1"/>
              <a:t>analyze</a:t>
            </a:r>
            <a:r>
              <a:rPr lang="en-IN" dirty="0"/>
              <a:t> the relationship between product price and purchase frequency.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Correlation coefficient: -0.028(very weak negative correlation)</a:t>
            </a:r>
          </a:p>
          <a:p>
            <a:r>
              <a:rPr lang="en-IN" sz="1800" b="1" dirty="0"/>
              <a:t>Interpretation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Product price has almost no impact on purchase frequency.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Both high-priced and low-priced products show varied demand.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Customer purchasing </a:t>
            </a:r>
            <a:r>
              <a:rPr lang="en-IN" dirty="0" err="1"/>
              <a:t>behavior</a:t>
            </a:r>
            <a:r>
              <a:rPr lang="en-IN" dirty="0"/>
              <a:t> is influenced by factors beyond price(category, brand, need, etc.)</a:t>
            </a:r>
          </a:p>
        </p:txBody>
      </p:sp>
    </p:spTree>
    <p:extLst>
      <p:ext uri="{BB962C8B-B14F-4D97-AF65-F5344CB8AC3E}">
        <p14:creationId xmlns:p14="http://schemas.microsoft.com/office/powerpoint/2010/main" val="2788379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563F-15CD-BDFD-FDE0-CD2B14F4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Yearly Sales Growth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9CCB1B-12B8-0CED-C10D-28CF6CEC6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850" y="1115373"/>
            <a:ext cx="5120650" cy="416052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99522-C000-D011-65EA-C9356F278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/>
              <a:t>Yearly Total Sales Trend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Strong revenue growth observed from 2016 to 2017.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Continued upward trend from 2017 to 2018.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Sales increased from near zero in 2016 to ~6.2M in 2017.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Reached approximately ~7.4M in 2018.</a:t>
            </a:r>
          </a:p>
        </p:txBody>
      </p:sp>
    </p:spTree>
    <p:extLst>
      <p:ext uri="{BB962C8B-B14F-4D97-AF65-F5344CB8AC3E}">
        <p14:creationId xmlns:p14="http://schemas.microsoft.com/office/powerpoint/2010/main" val="109662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6DC1-504C-A2AC-8B90-64BD64A67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C2106-3F89-8F68-7209-B05CAFF99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Revenue is heavily concentrated in a small number of product categories, indicating opportunity for category expansion.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Nearly half of all orders use </a:t>
            </a:r>
            <a:r>
              <a:rPr lang="en-IN" dirty="0" err="1"/>
              <a:t>installment</a:t>
            </a:r>
            <a:r>
              <a:rPr lang="en-IN" dirty="0"/>
              <a:t> payments, showing strong customer preference for flexible payment options.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Sales exhibit seasonal trends, with higher activity in early months of the year.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Customer retention within 6 months highlights repeat buying </a:t>
            </a:r>
            <a:r>
              <a:rPr lang="en-IN" dirty="0" err="1"/>
              <a:t>behavior</a:t>
            </a:r>
            <a:r>
              <a:rPr lang="en-IN" dirty="0"/>
              <a:t> and long-term growth potential.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Price alone does not strongly drive demand; purchasing decisions are influenced more by product category and customer needs.</a:t>
            </a:r>
          </a:p>
        </p:txBody>
      </p:sp>
    </p:spTree>
    <p:extLst>
      <p:ext uri="{BB962C8B-B14F-4D97-AF65-F5344CB8AC3E}">
        <p14:creationId xmlns:p14="http://schemas.microsoft.com/office/powerpoint/2010/main" val="297217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137A-150B-D3A1-5DC7-BC8C36DF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CC27E-7E6B-BD2F-8C0C-3A0C53DB1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Successfully built an end-to-end e-commerce analytics pipeline using MySQL and Python.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Extracted business KPIs using SQL joins, aggregations, and window functions.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err="1"/>
              <a:t>Analyzed</a:t>
            </a:r>
            <a:r>
              <a:rPr lang="en-IN" dirty="0"/>
              <a:t> trends in customer </a:t>
            </a:r>
            <a:r>
              <a:rPr lang="en-IN" dirty="0" err="1"/>
              <a:t>behavior</a:t>
            </a:r>
            <a:r>
              <a:rPr lang="en-IN" dirty="0"/>
              <a:t>, revenue growth, seller performance, and retention.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Visualized insights using Python (Pandas &amp; Matplotlib).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Project demonstrates real-world analytical workflow from raw data to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17329137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3705</TotalTime>
  <Words>622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Georgia</vt:lpstr>
      <vt:lpstr>Trebuchet MS</vt:lpstr>
      <vt:lpstr>Wingdings</vt:lpstr>
      <vt:lpstr>Wood Type</vt:lpstr>
      <vt:lpstr>E-Commerence Data Analysis Using SQL &amp; Python</vt:lpstr>
      <vt:lpstr>Project Objective</vt:lpstr>
      <vt:lpstr>Dataset Overview</vt:lpstr>
      <vt:lpstr>Basic Insights</vt:lpstr>
      <vt:lpstr>Monthly Orders Trend(2018)</vt:lpstr>
      <vt:lpstr>Revenue Contribution by Category</vt:lpstr>
      <vt:lpstr>Seller Performance Analysis</vt:lpstr>
      <vt:lpstr>Growth Metrics ( Advanced Analytics)</vt:lpstr>
      <vt:lpstr>Price VS Demand (Correlation)</vt:lpstr>
      <vt:lpstr>Yearly Sales Growth</vt:lpstr>
      <vt:lpstr>Key Business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Zeenaat Hussain</dc:creator>
  <cp:lastModifiedBy>Zeenaat Hussain</cp:lastModifiedBy>
  <cp:revision>1</cp:revision>
  <dcterms:created xsi:type="dcterms:W3CDTF">2026-02-18T21:38:20Z</dcterms:created>
  <dcterms:modified xsi:type="dcterms:W3CDTF">2026-02-21T19:41:35Z</dcterms:modified>
</cp:coreProperties>
</file>